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{{RECOMMENDATION_1}}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004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{{RECOMMENDATION_2}}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5720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72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5720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{{RECOMMENDATION_3}}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