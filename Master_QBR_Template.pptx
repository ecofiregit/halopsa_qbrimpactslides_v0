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Quarterly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4A5568"/>
                </a:solidFill>
              </a:defRPr>
            </a:pPr>
            <a:r>
              <a:t>{{CLIENT_NAME}}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A5568"/>
                </a:solidFill>
              </a:defRPr>
            </a:pPr>
            <a:r>
              <a:t>{{REVIEW_PERIOD}}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{{SAME_DAY_RATE}}% of your team's IT issues were completely resolved on the same day.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When employees reached out, we began working on their issues in an average of {{AVG_FIRST_RESPONSE}}.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Critical business-halting emergencies were resolved in {{CRITICAL_RES_TIME}} on average.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We managed {{TICKET_COUNT}} total IT events this quarter to keep your business running.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DBEAFE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553212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E5C8A"/>
                </a:solidFill>
              </a:defRPr>
            </a:pPr>
            <a:r>
              <a:t>Industry Sector: {{BEA_INDUSTRY}}  |  GDP Value Added: {{BEA_LATEST_VALUE}} ({{BEA_LATEST_PERIOD}})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8932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A5568"/>
                </a:solidFill>
              </a:defRPr>
            </a:pPr>
            <a:r>
              <a:t>QoQ Growth: {{BEA_QOQ_GROWTH}}  |  YoY Growth: {{BEA_YOY_GROWTH}}  |  {{BEA_TREND_LABEL}}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Key Business Impact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Same-Day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{{SAME_DAY_RATE}}%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Avg First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{{AVG_FIRST_RESPONSE}}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Critical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{{CRITICAL_RES_TIME}}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Support Type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A5568"/>
                </a:solidFill>
              </a:defRPr>
            </a:pPr>
            <a:r>
              <a:t>Proactive Maintenance vs Reactive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2286000"/>
            <a:ext cx="5486400" cy="3657600"/>
          </a:xfrm>
          <a:prstGeom prst="rect">
            <a:avLst/>
          </a:prstGeom>
          <a:solidFill>
            <a:srgbClr val="F0F0F0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{{CHART_PLACEHOLDER}}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System Stability (Metric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Proactive Work</a:t>
            </a:r>
          </a:p>
          <a:p>
            <a:r>
              <a:t>{{PROACTIVE_PERCENT}}%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Reactive Issues</a:t>
            </a:r>
          </a:p>
          <a:p>
            <a:r>
              <a:t>{{REACTIVE_PERCENT}}%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A5568"/>
                </a:solidFill>
              </a:defRPr>
            </a:pPr>
            <a:r>
              <a:t>We actively prevent downtime before it impacts your employees. A higher proactive percentage means a more stable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Responsiveness &amp; Business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Speed to First Response: {{AVG_FIRST_RESPONSE}}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Same-Day Resolution Rate: {{SAME_DAY_RATE}}%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Critical Crisis Resolution Time: {{CRITICAL_RES_TIME}}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2770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{{REC_1_RATIONALE}}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19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19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45919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{{REC_2_TITLE}}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7634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{{REC_2_RATIONALE}}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19456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{{REC_3_TITLE}}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2498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{{REC_3_RATIONALE}}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74320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{{REC_4_TITLE}}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97362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{{REC_4_RATIONALE}}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91839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39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91839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{{REC_5_TITLE}}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2226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{{REC_5_RATIONALE}}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8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{{REC_6_TITLE}}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7090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{{REC_6_RATIONALE}}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8912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3891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38912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{{REC_7_TITLE}}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61954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{{REC_7_RATIONALE}}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93776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9377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93776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{{REC_8_TITLE}}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16818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{{REC_8_RATIONALE}}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8640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4864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8640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{{REC_9_TITLE}}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71682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{{REC_9_RATIONALE}}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03504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0350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6035040"/>
            <a:ext cx="7589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{{REC_10_TITLE}}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6265468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{{REC_10_RATIONALE}}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4A5568"/>
                </a:solidFill>
              </a:defRPr>
            </a:pPr>
            <a:r>
              <a:t>Questions? Contact your account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A5568"/>
                </a:solidFill>
              </a:defRPr>
            </a:pPr>
            <a:r>
              <a:t>{{MSP_CONTACT_INFO}}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