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400">
                <a:solidFill>
                  <a:srgbClr val="4A5568"/>
                </a:solidFill>
              </a:defRPr>
            </a:pPr>
            <a:r>
              <a:t>• We resolved {{TICKET_COUNT}} service requests this quarter</a:t>
            </a:r>
          </a:p>
          <a:p>
            <a:pPr>
              <a:spcAft>
                <a:spcPts val="2000"/>
              </a:spcAft>
              <a:defRPr sz="2400">
                <a:solidFill>
                  <a:srgbClr val="4A5568"/>
                </a:solidFill>
              </a:defRPr>
            </a:pPr>
            <a:r>
              <a:t>• Your team saved {{EFFICIENCY_HOURS}} hours of internal IT work</a:t>
            </a:r>
          </a:p>
          <a:p>
            <a:pPr>
              <a:spcAft>
                <a:spcPts val="2000"/>
              </a:spcAft>
              <a:defRPr sz="2400">
                <a:solidFill>
                  <a:srgbClr val="4A5568"/>
                </a:solidFill>
              </a:defRPr>
            </a:pPr>
            <a:r>
              <a:t>• Average resolution time: {{AVG_RESOLUTION_TIME}}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Service Delivery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Total Tickets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5C8A"/>
                </a:solidFill>
              </a:defRPr>
            </a:pPr>
            <a:r>
              <a:t>{{TICKET_COUNT}}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5C8A"/>
                </a:solidFill>
              </a:defRPr>
            </a:pPr>
            <a:r>
              <a:t>{{EFFICIENCY_HOURS}} 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Average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5C8A"/>
                </a:solidFill>
              </a:defRPr>
            </a:pPr>
            <a:r>
              <a:t>{{AVG_RESOLUTION_TIME}} hrs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Service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Service Stability &amp; Proactive Maintenance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A higher proactive percentage indicates better preventive maintenance and system monitoring.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SLA Performance &amp; Response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Average Time to Resolution: {{AVG_RESOLUTION_TIME}} hours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Issues Resolved: {{CRITICAL_COUNT}}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SLA Compliance Rate: {{SLA_COMPLIANCE}}%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{{RECOMMENDATION_1}}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004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{{RECOMMENDATION_2}}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572000"/>
            <a:ext cx="457200" cy="45720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72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572000"/>
            <a:ext cx="5943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A5568"/>
                </a:solidFill>
              </a:defRPr>
            </a:pPr>
            <a:r>
              <a:t>{{RECOMMENDATION_3}}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